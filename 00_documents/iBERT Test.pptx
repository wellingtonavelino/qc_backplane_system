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59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20E2A-02A4-EA74-DE17-664579C09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D1500A-8F7F-CD6C-75D7-D570780B7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CA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0F5682-004A-FDDC-C11B-1C8EDAF7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F7D458-7ACC-A0BC-AF8D-DBE7A15B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7E9971-4B5D-056F-E114-5271A337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444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1296E-AF0C-D6EF-14A6-394491AA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03413-E650-5359-7F68-96E51FA9B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7E976E-36FB-5A75-611A-EDE498CCF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3B93A5-71F6-B30C-9C2B-BDE727A0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1FF35E-5474-819C-8AC2-2A683BA5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660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CFB2A-B8A6-4B52-924D-4F584E31E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0F7722-23C8-35E9-8B62-0144F6786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98EC8D-0755-CC89-C8A8-C901E0C6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A55A4F-B51B-7D70-0A6B-756E0E91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2C1318-BB61-61E4-4E3B-C29CE35B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357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4B36D-3093-8931-17FF-65D18F23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4D7ADA-135C-F219-7A2D-D7B2EE806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21FE78-27CC-9938-F4F7-FCC84DA03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81F4C0-3D96-37DD-16CC-E057FBC12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82EA96-DA96-E1EF-7354-D4700959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C9A847-32B8-5E2F-E792-98BBBDB8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8486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D85E6-7FE9-8B55-C018-D9C5BCAF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4FE9B4-326E-5266-4262-3F8DD2062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84D86B-96B7-21F9-2B1C-7F244FF95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8552CCD-7DAD-6218-9728-A7624CA4B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2E3D76-8990-750D-6259-2F5C4C5EB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669A56-2516-7634-38C5-ACFD00FE0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CD96EA-4EFA-4AF6-AB96-E00D6FBD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B243345-E15A-7D8A-2BBD-4193AC74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67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4059C-9752-F6D4-CD90-ADB7236C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B05272-DD00-9C3F-85E6-88C8E8A56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A3AD33-62E8-A726-FBC5-6EF5B11F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39913E-0F3E-DB1B-4408-06881F5A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861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ACD84E0-510D-3E8A-C5E1-1503763F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45DDED-D107-74BB-9F99-ED974922A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197570-9CF1-F579-D594-59571B73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251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A70D8-2308-178C-5FD0-C4805D0C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722249-4B3E-1080-256A-7BBC26C70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F5BB31-04D6-031E-B15D-ACD2AD0BF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DDAF6C-6310-05CB-743F-339EB8898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EC9B50-65C8-645B-D2A8-8CBF291F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52313D-F0B0-6B37-FCAE-AE7B1296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572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E9001-495A-5962-36DD-1A4474902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DD1C8E9-8DE9-A0AA-9EE0-DF81DFCF86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F35833-96FF-251B-FCB4-4ED0FA652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2C8A8C-CA0B-23C9-E469-C62FA393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5A30B5-1209-B091-7AF1-E7C66234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6D44C-AAAC-92C0-2480-6FDF8736C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061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EA682-FF2C-6B99-D8F4-B8FFF1871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B98D76-A4AD-E951-074C-FDAD195AC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C9EF7C-6988-16DD-8C98-D2B5C392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32D280-8906-BECA-2150-5AB03A47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C1E696-2F2B-5E83-F8BD-FC3EF9B1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46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9FA896-DECD-B0DA-9678-136448937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4B288A-90D9-598F-68B9-6BA165FE2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F73F2A-311A-2921-B56E-2DCC95877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8CBB2-0D3A-7C5D-319A-50324BA2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0825FE-2D52-37F4-408B-4A6B3208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95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02CFFC9-18C7-36AC-5CD9-3A87FC252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968B1B-427A-6D10-B559-0EDC3220E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31A8BE-5B1F-27E7-DA4A-5450345FB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F1348C-7404-821A-CDFF-8B5C002BF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71A129-83DB-767B-9DC1-5478D32C7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884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B7A1F-7275-50F4-B788-1D1596DFB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iBERT Test</a:t>
            </a:r>
            <a:br>
              <a:rPr lang="en-CA" dirty="0"/>
            </a:br>
            <a:r>
              <a:rPr lang="en-CA" dirty="0"/>
              <a:t>Script in TCL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CD4D78-8743-8ADF-DE87-8B89FEC12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9827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A7647-B4DB-8DC8-6607-8B74CAC9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2743"/>
          </a:xfrm>
        </p:spPr>
        <p:txBody>
          <a:bodyPr/>
          <a:lstStyle/>
          <a:p>
            <a:pPr algn="ctr"/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iBERT Core – Transceivers available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3DB910E-7FBD-6EED-2BB5-BCFCACFF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96512" y="-848912"/>
            <a:ext cx="4698942" cy="908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8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98C51-700A-5421-1C4A-8F81D843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4C979-F788-88F0-780D-ECBE440C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2743"/>
          </a:xfrm>
        </p:spPr>
        <p:txBody>
          <a:bodyPr>
            <a:normAutofit fontScale="90000"/>
          </a:bodyPr>
          <a:lstStyle/>
          <a:p>
            <a:pPr algn="ctr"/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iBERT Testing – How to route the transceivers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1BD473-C9BD-E4B7-EE52-712FB99D5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74" y="1750371"/>
            <a:ext cx="10598695" cy="17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3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A7ED-DAF5-E5A8-78E6-45E7EB1FA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CAEFD3B3-5199-37E6-EF73-EE99352E5831}"/>
              </a:ext>
            </a:extLst>
          </p:cNvPr>
          <p:cNvSpPr/>
          <p:nvPr/>
        </p:nvSpPr>
        <p:spPr>
          <a:xfrm>
            <a:off x="716872" y="523325"/>
            <a:ext cx="3825632" cy="2249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1B836B3-1328-5A0F-CD49-F27A19C5F1BF}"/>
              </a:ext>
            </a:extLst>
          </p:cNvPr>
          <p:cNvGrpSpPr/>
          <p:nvPr/>
        </p:nvGrpSpPr>
        <p:grpSpPr>
          <a:xfrm>
            <a:off x="832012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6B8BAC9B-F100-1FF9-173A-8E9AEB4431F6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3D11E4D7-E4C1-D586-992D-838D09A85533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SLOT0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03C067E-0DF8-DA5A-B2B1-0892936E0D6C}"/>
              </a:ext>
            </a:extLst>
          </p:cNvPr>
          <p:cNvSpPr txBox="1"/>
          <p:nvPr/>
        </p:nvSpPr>
        <p:spPr>
          <a:xfrm rot="16200000">
            <a:off x="322692" y="1593965"/>
            <a:ext cx="1794908" cy="2494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rev2 – 00006A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9E2AD0F2-F714-9C77-E643-24D0AFBB2F2C}"/>
              </a:ext>
            </a:extLst>
          </p:cNvPr>
          <p:cNvGrpSpPr/>
          <p:nvPr/>
        </p:nvGrpSpPr>
        <p:grpSpPr>
          <a:xfrm>
            <a:off x="1708565" y="937597"/>
            <a:ext cx="776269" cy="1835100"/>
            <a:chOff x="879987" y="4267355"/>
            <a:chExt cx="1027471" cy="2483268"/>
          </a:xfrm>
          <a:solidFill>
            <a:schemeClr val="bg1"/>
          </a:solidFill>
        </p:grpSpPr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8EE2C972-FA29-5012-F15A-EDDE602643D7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1ACD1CDF-A4D4-A78E-BFEE-501D0F5EF384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SLOT1</a:t>
              </a: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E0F4A0A-8206-6637-191D-8377C5622E53}"/>
              </a:ext>
            </a:extLst>
          </p:cNvPr>
          <p:cNvSpPr txBox="1"/>
          <p:nvPr/>
        </p:nvSpPr>
        <p:spPr>
          <a:xfrm rot="16200000">
            <a:off x="1199245" y="1593966"/>
            <a:ext cx="1794908" cy="2494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rev2 – 00010A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3F1198B5-8D09-C57A-8346-C9F95E74AB31}"/>
              </a:ext>
            </a:extLst>
          </p:cNvPr>
          <p:cNvGrpSpPr/>
          <p:nvPr/>
        </p:nvGrpSpPr>
        <p:grpSpPr>
          <a:xfrm>
            <a:off x="2644546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A4D6795F-9837-3322-5662-324445F1551D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9729526B-F1DD-E5C0-9181-01AE43F50D10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SLOT2</a:t>
              </a:r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191741A9-BBED-3878-7B22-28CB49A72E1F}"/>
              </a:ext>
            </a:extLst>
          </p:cNvPr>
          <p:cNvSpPr txBox="1"/>
          <p:nvPr/>
        </p:nvSpPr>
        <p:spPr>
          <a:xfrm rot="16200000">
            <a:off x="2135226" y="1593965"/>
            <a:ext cx="1794908" cy="2494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00038A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26D33FB5-E207-4C08-D46C-CCC8E8E2BF47}"/>
              </a:ext>
            </a:extLst>
          </p:cNvPr>
          <p:cNvGrpSpPr/>
          <p:nvPr/>
        </p:nvGrpSpPr>
        <p:grpSpPr>
          <a:xfrm>
            <a:off x="3659713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46F9DA59-C7D7-1EC5-E261-5BB1A511C154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97F1661E-14F1-6865-701D-8F5D8E04CF77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SLOT3</a:t>
              </a:r>
            </a:p>
          </p:txBody>
        </p:sp>
      </p:grp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5B21549A-0B37-5026-E3D4-2BA238AF5171}"/>
              </a:ext>
            </a:extLst>
          </p:cNvPr>
          <p:cNvSpPr txBox="1"/>
          <p:nvPr/>
        </p:nvSpPr>
        <p:spPr>
          <a:xfrm rot="16200000">
            <a:off x="3150393" y="1593965"/>
            <a:ext cx="1794908" cy="2494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rev2 – 00018A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691CEDE-42EB-AA4D-C0A9-2C3D16444C5B}"/>
              </a:ext>
            </a:extLst>
          </p:cNvPr>
          <p:cNvSpPr txBox="1"/>
          <p:nvPr/>
        </p:nvSpPr>
        <p:spPr>
          <a:xfrm>
            <a:off x="1708565" y="548294"/>
            <a:ext cx="179200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BP Board rev0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E3CF67-66B6-9C29-0777-1EB005892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277819" cy="44286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CA" sz="2000" b="1" i="1" dirty="0"/>
              <a:t>Automatized QC backplane tests – 06-22-2025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575C6F-8736-ED50-5574-021C288C6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7353"/>
            <a:ext cx="5626936" cy="3362353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A8600B7D-AE9D-AF36-957A-C3E4DC8E0D98}"/>
              </a:ext>
            </a:extLst>
          </p:cNvPr>
          <p:cNvSpPr txBox="1"/>
          <p:nvPr/>
        </p:nvSpPr>
        <p:spPr>
          <a:xfrm>
            <a:off x="0" y="6340469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CA" sz="1400" i="1" dirty="0"/>
              <a:t>iBERT settings: PRBS 31-bit / 3.90dB </a:t>
            </a:r>
            <a:r>
              <a:rPr lang="en-CA" sz="1400" i="1" dirty="0" err="1"/>
              <a:t>TXpre</a:t>
            </a:r>
            <a:r>
              <a:rPr lang="en-CA" sz="1400" i="1" dirty="0"/>
              <a:t> / 3.99dB </a:t>
            </a:r>
            <a:r>
              <a:rPr lang="en-CA" sz="1400" i="1" dirty="0" err="1"/>
              <a:t>TXpost</a:t>
            </a:r>
            <a:r>
              <a:rPr lang="en-CA" sz="1400" i="1" dirty="0"/>
              <a:t> / TXDIFFSWING 780mV/ DFE enabled</a:t>
            </a:r>
          </a:p>
        </p:txBody>
      </p:sp>
      <p:pic>
        <p:nvPicPr>
          <p:cNvPr id="93" name="Imagem 92">
            <a:extLst>
              <a:ext uri="{FF2B5EF4-FFF2-40B4-BE49-F238E27FC236}">
                <a16:creationId xmlns:a16="http://schemas.microsoft.com/office/drawing/2014/main" id="{8CEFBD67-DF35-5C19-02CC-538B354BE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076" y="0"/>
            <a:ext cx="7712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3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850F2-0560-DDD4-A88B-C0573027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501A2C08-12A0-78CE-1266-3FEF9720BA7F}"/>
              </a:ext>
            </a:extLst>
          </p:cNvPr>
          <p:cNvSpPr/>
          <p:nvPr/>
        </p:nvSpPr>
        <p:spPr>
          <a:xfrm>
            <a:off x="716872" y="523325"/>
            <a:ext cx="3825632" cy="2249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20EE0BD-B02F-F04A-A3FB-9A99DD9D7971}"/>
              </a:ext>
            </a:extLst>
          </p:cNvPr>
          <p:cNvGrpSpPr/>
          <p:nvPr/>
        </p:nvGrpSpPr>
        <p:grpSpPr>
          <a:xfrm>
            <a:off x="832012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18F7E083-65CD-BD45-E156-DB192789F511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684EC9AF-524D-73FE-29B2-596F08780101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SLOT0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BA8946A-484E-DF4C-9375-9E1CDF0E0376}"/>
              </a:ext>
            </a:extLst>
          </p:cNvPr>
          <p:cNvSpPr txBox="1"/>
          <p:nvPr/>
        </p:nvSpPr>
        <p:spPr>
          <a:xfrm rot="16200000">
            <a:off x="322692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000047A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29EA3CBB-A6D2-D536-5F3B-A84D0E3C8E33}"/>
              </a:ext>
            </a:extLst>
          </p:cNvPr>
          <p:cNvGrpSpPr/>
          <p:nvPr/>
        </p:nvGrpSpPr>
        <p:grpSpPr>
          <a:xfrm>
            <a:off x="1708565" y="937597"/>
            <a:ext cx="776269" cy="1835100"/>
            <a:chOff x="879987" y="4267355"/>
            <a:chExt cx="1027471" cy="2483268"/>
          </a:xfrm>
          <a:solidFill>
            <a:schemeClr val="bg1"/>
          </a:solidFill>
        </p:grpSpPr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105CE1AE-BF29-F51C-A811-E704DAF79C69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C539ED14-6AB1-C149-0D42-6AEDD836EB01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SLOT1</a:t>
              </a: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328337A4-8D87-9BD3-08A3-CEBF466B9576}"/>
              </a:ext>
            </a:extLst>
          </p:cNvPr>
          <p:cNvSpPr txBox="1"/>
          <p:nvPr/>
        </p:nvSpPr>
        <p:spPr>
          <a:xfrm rot="16200000">
            <a:off x="1199245" y="1580183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00038A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79A99B26-B764-F3DC-CAD8-706C142360DB}"/>
              </a:ext>
            </a:extLst>
          </p:cNvPr>
          <p:cNvGrpSpPr/>
          <p:nvPr/>
        </p:nvGrpSpPr>
        <p:grpSpPr>
          <a:xfrm>
            <a:off x="2644546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9D48316C-3D41-C1D1-1491-D9CB6AB8EE46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DCEADB92-A667-5C00-7B3A-BD0A38B2CF77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SLOT2</a:t>
              </a:r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26E0B4C-E70D-1DB8-01FD-EB9F5A3A9630}"/>
              </a:ext>
            </a:extLst>
          </p:cNvPr>
          <p:cNvSpPr txBox="1"/>
          <p:nvPr/>
        </p:nvSpPr>
        <p:spPr>
          <a:xfrm rot="16200000">
            <a:off x="2135226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000040A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3312C1D2-87E3-1DDB-3091-C9C7BCE44C89}"/>
              </a:ext>
            </a:extLst>
          </p:cNvPr>
          <p:cNvGrpSpPr/>
          <p:nvPr/>
        </p:nvGrpSpPr>
        <p:grpSpPr>
          <a:xfrm>
            <a:off x="3659713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8FB7F142-A8EF-67FC-D611-783043B3A3E5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58261585-FC1D-23F9-9F29-CABD8899FBC5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SLOT3</a:t>
              </a:r>
            </a:p>
          </p:txBody>
        </p:sp>
      </p:grp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F140ED37-E565-8905-7F3E-6E2845DCBEA4}"/>
              </a:ext>
            </a:extLst>
          </p:cNvPr>
          <p:cNvSpPr txBox="1"/>
          <p:nvPr/>
        </p:nvSpPr>
        <p:spPr>
          <a:xfrm rot="16200000">
            <a:off x="3150393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000043A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97C3C284-5832-FA5A-9B70-BEE97FA477ED}"/>
              </a:ext>
            </a:extLst>
          </p:cNvPr>
          <p:cNvSpPr txBox="1"/>
          <p:nvPr/>
        </p:nvSpPr>
        <p:spPr>
          <a:xfrm>
            <a:off x="1708565" y="548294"/>
            <a:ext cx="1792000" cy="272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BP Board rev1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F48CD9-9157-99E3-9DA9-A743F58D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277819" cy="44286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CA" sz="2000" b="1" i="1" dirty="0"/>
              <a:t>Automatized QC backplane tests – 06-25-2025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8F82C44-BDFB-6A30-DFC4-EB1FE06F4475}"/>
              </a:ext>
            </a:extLst>
          </p:cNvPr>
          <p:cNvSpPr txBox="1"/>
          <p:nvPr/>
        </p:nvSpPr>
        <p:spPr>
          <a:xfrm>
            <a:off x="0" y="6340469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CA" sz="1400" i="1" dirty="0"/>
              <a:t>iBERT settings: PRBS 31-bit / 1.87dB </a:t>
            </a:r>
            <a:r>
              <a:rPr lang="en-CA" sz="1400" i="1" dirty="0" err="1"/>
              <a:t>TXpre</a:t>
            </a:r>
            <a:r>
              <a:rPr lang="en-CA" sz="1400" i="1" dirty="0"/>
              <a:t> / 2.98dB </a:t>
            </a:r>
            <a:r>
              <a:rPr lang="en-CA" sz="1400" i="1" dirty="0" err="1"/>
              <a:t>TXpost</a:t>
            </a:r>
            <a:r>
              <a:rPr lang="en-CA" sz="1400" i="1" dirty="0"/>
              <a:t> / TXDIFFSWING 780mV/ DFE enabled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34DA8F6-B93D-AE50-6D75-141171B0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6" y="2923049"/>
            <a:ext cx="5277121" cy="2997354"/>
          </a:xfrm>
          <a:prstGeom prst="rect">
            <a:avLst/>
          </a:prstGeom>
        </p:spPr>
      </p:pic>
      <p:pic>
        <p:nvPicPr>
          <p:cNvPr id="7" name="Imagem 6" descr="Forma, Seta&#10;&#10;O conteúdo gerado por IA pode estar incorreto.">
            <a:extLst>
              <a:ext uri="{FF2B5EF4-FFF2-40B4-BE49-F238E27FC236}">
                <a16:creationId xmlns:a16="http://schemas.microsoft.com/office/drawing/2014/main" id="{73C6CF1C-0781-DC37-C426-8E13D4C03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309" y="371404"/>
            <a:ext cx="6476502" cy="575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1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6FFE-436A-3A33-B84C-9AA8CF93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DD503BC2-F32F-2F01-7C9D-68FDCE422EB8}"/>
              </a:ext>
            </a:extLst>
          </p:cNvPr>
          <p:cNvSpPr/>
          <p:nvPr/>
        </p:nvSpPr>
        <p:spPr>
          <a:xfrm>
            <a:off x="716872" y="523325"/>
            <a:ext cx="3825632" cy="2249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5EFBCD42-7FB2-EEAE-329C-87B48124ED76}"/>
              </a:ext>
            </a:extLst>
          </p:cNvPr>
          <p:cNvGrpSpPr/>
          <p:nvPr/>
        </p:nvGrpSpPr>
        <p:grpSpPr>
          <a:xfrm>
            <a:off x="832012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5FA15782-AEB7-CF43-30F7-0DFD3D61E034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FF503E1E-EA01-4D4B-DDF1-E700E172843D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SLOT0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1BD9153-7EF9-157D-EC00-CAEE34439BC7}"/>
              </a:ext>
            </a:extLst>
          </p:cNvPr>
          <p:cNvSpPr txBox="1"/>
          <p:nvPr/>
        </p:nvSpPr>
        <p:spPr>
          <a:xfrm rot="16200000">
            <a:off x="322692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000047A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3E69615C-3E26-571A-D295-0D197920FF07}"/>
              </a:ext>
            </a:extLst>
          </p:cNvPr>
          <p:cNvGrpSpPr/>
          <p:nvPr/>
        </p:nvGrpSpPr>
        <p:grpSpPr>
          <a:xfrm>
            <a:off x="1708565" y="937597"/>
            <a:ext cx="776269" cy="1835100"/>
            <a:chOff x="879987" y="4267355"/>
            <a:chExt cx="1027471" cy="2483268"/>
          </a:xfrm>
          <a:solidFill>
            <a:schemeClr val="bg1"/>
          </a:solidFill>
        </p:grpSpPr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5C040842-AA08-4046-4197-B8947C6E5B0B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68ACE4E9-3C8D-6C40-DAE7-E79A4706C71B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SLOT1</a:t>
              </a: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DC00779-38BE-D3F8-98AF-02F6872391A2}"/>
              </a:ext>
            </a:extLst>
          </p:cNvPr>
          <p:cNvSpPr txBox="1"/>
          <p:nvPr/>
        </p:nvSpPr>
        <p:spPr>
          <a:xfrm rot="16200000">
            <a:off x="1199245" y="1580183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00038A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A095DE16-C910-9AB6-DCC3-EB867C447212}"/>
              </a:ext>
            </a:extLst>
          </p:cNvPr>
          <p:cNvGrpSpPr/>
          <p:nvPr/>
        </p:nvGrpSpPr>
        <p:grpSpPr>
          <a:xfrm>
            <a:off x="2644546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6DF12531-2411-3E01-BEBB-54FF140B2672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DDCA2BFB-70A9-B01C-B9D7-E581CFA1FA45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SLOT2</a:t>
              </a:r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A26B53D-9BD1-9722-F2EB-0214EE8EFAB0}"/>
              </a:ext>
            </a:extLst>
          </p:cNvPr>
          <p:cNvSpPr txBox="1"/>
          <p:nvPr/>
        </p:nvSpPr>
        <p:spPr>
          <a:xfrm rot="16200000">
            <a:off x="2135226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000040A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CCE0A39D-A0B8-3980-BB69-3CC39F14D18D}"/>
              </a:ext>
            </a:extLst>
          </p:cNvPr>
          <p:cNvGrpSpPr/>
          <p:nvPr/>
        </p:nvGrpSpPr>
        <p:grpSpPr>
          <a:xfrm>
            <a:off x="3659713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7D886206-2E0F-B174-71F9-A2DC3DEBF97F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A6480055-5FF2-0B04-5C8A-79C76DDD673F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SLOT3</a:t>
              </a:r>
            </a:p>
          </p:txBody>
        </p:sp>
      </p:grp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8E6044B3-AA51-77E1-500A-771225EC79B8}"/>
              </a:ext>
            </a:extLst>
          </p:cNvPr>
          <p:cNvSpPr txBox="1"/>
          <p:nvPr/>
        </p:nvSpPr>
        <p:spPr>
          <a:xfrm rot="16200000">
            <a:off x="3150393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000043A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77F48ADF-5151-4DF2-3ECF-75721C491A57}"/>
              </a:ext>
            </a:extLst>
          </p:cNvPr>
          <p:cNvSpPr txBox="1"/>
          <p:nvPr/>
        </p:nvSpPr>
        <p:spPr>
          <a:xfrm>
            <a:off x="1708565" y="548294"/>
            <a:ext cx="1792000" cy="272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BP Board rev1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C75972-0E3A-62BE-4332-577B6EB1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277819" cy="44286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CA" sz="2000" b="1" i="1" dirty="0"/>
              <a:t>Automatized QC backplane tests – 06-25-2025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CE3CD95F-BE99-3EB7-A842-8FCC3FBE1B9B}"/>
              </a:ext>
            </a:extLst>
          </p:cNvPr>
          <p:cNvSpPr txBox="1"/>
          <p:nvPr/>
        </p:nvSpPr>
        <p:spPr>
          <a:xfrm>
            <a:off x="0" y="6340469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CA" sz="1400" i="1" dirty="0"/>
              <a:t>iBERT default settings: PRBS 31-bit / 0.01dB </a:t>
            </a:r>
            <a:r>
              <a:rPr lang="en-CA" sz="1400" i="1" dirty="0" err="1"/>
              <a:t>TXpre</a:t>
            </a:r>
            <a:r>
              <a:rPr lang="en-CA" sz="1400" i="1" dirty="0"/>
              <a:t> /0.00dB </a:t>
            </a:r>
            <a:r>
              <a:rPr lang="en-CA" sz="1400" i="1" dirty="0" err="1"/>
              <a:t>TXpost</a:t>
            </a:r>
            <a:r>
              <a:rPr lang="en-CA" sz="1400" i="1" dirty="0"/>
              <a:t> / TXDIFFSWING 390mV / DFE enabled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E99B19D-2FA6-CD29-EDEE-A0D14916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21" y="2968002"/>
            <a:ext cx="5283472" cy="3016405"/>
          </a:xfrm>
          <a:prstGeom prst="rect">
            <a:avLst/>
          </a:prstGeom>
        </p:spPr>
      </p:pic>
      <p:pic>
        <p:nvPicPr>
          <p:cNvPr id="8" name="Imagem 7" descr="Forma&#10;&#10;O conteúdo gerado por IA pode estar incorreto.">
            <a:extLst>
              <a:ext uri="{FF2B5EF4-FFF2-40B4-BE49-F238E27FC236}">
                <a16:creationId xmlns:a16="http://schemas.microsoft.com/office/drawing/2014/main" id="{F73AE089-12F9-82BF-DE10-4D3296103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704" y="621594"/>
            <a:ext cx="6431342" cy="57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460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158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Tema do Office</vt:lpstr>
      <vt:lpstr>iBERT Test Script in TCL</vt:lpstr>
      <vt:lpstr>iBERT Core – Transceivers available</vt:lpstr>
      <vt:lpstr>iBERT Testing – How to route the transceivers</vt:lpstr>
      <vt:lpstr>Automatized QC backplane tests – 06-22-2025</vt:lpstr>
      <vt:lpstr>Automatized QC backplane tests – 06-25-2025</vt:lpstr>
      <vt:lpstr>Automatized QC backplane tests – 06-25-2025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Avelino</dc:creator>
  <cp:lastModifiedBy>Wellington Avelino</cp:lastModifiedBy>
  <cp:revision>25</cp:revision>
  <dcterms:created xsi:type="dcterms:W3CDTF">2025-06-22T14:41:43Z</dcterms:created>
  <dcterms:modified xsi:type="dcterms:W3CDTF">2025-07-10T16:44:42Z</dcterms:modified>
</cp:coreProperties>
</file>