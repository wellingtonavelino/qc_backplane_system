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2" r:id="rId19"/>
    <p:sldId id="274" r:id="rId20"/>
    <p:sldId id="314" r:id="rId21"/>
    <p:sldId id="276" r:id="rId22"/>
    <p:sldId id="330" r:id="rId23"/>
    <p:sldId id="331" r:id="rId24"/>
    <p:sldId id="332" r:id="rId25"/>
    <p:sldId id="333" r:id="rId26"/>
    <p:sldId id="334" r:id="rId27"/>
    <p:sldId id="335" r:id="rId28"/>
    <p:sldId id="278" r:id="rId29"/>
    <p:sldId id="322" r:id="rId30"/>
    <p:sldId id="279" r:id="rId31"/>
    <p:sldId id="324" r:id="rId32"/>
    <p:sldId id="325" r:id="rId33"/>
    <p:sldId id="326" r:id="rId34"/>
    <p:sldId id="327" r:id="rId35"/>
    <p:sldId id="328" r:id="rId36"/>
    <p:sldId id="323" r:id="rId37"/>
    <p:sldId id="280" r:id="rId38"/>
    <p:sldId id="281" r:id="rId39"/>
    <p:sldId id="321" r:id="rId40"/>
    <p:sldId id="316" r:id="rId41"/>
    <p:sldId id="315" r:id="rId42"/>
    <p:sldId id="283" r:id="rId43"/>
    <p:sldId id="317" r:id="rId44"/>
    <p:sldId id="318" r:id="rId45"/>
    <p:sldId id="319" r:id="rId46"/>
    <p:sldId id="320" r:id="rId47"/>
    <p:sldId id="282" r:id="rId48"/>
    <p:sldId id="313" r:id="rId49"/>
    <p:sldId id="305" r:id="rId50"/>
    <p:sldId id="306" r:id="rId51"/>
    <p:sldId id="307" r:id="rId52"/>
    <p:sldId id="311" r:id="rId53"/>
    <p:sldId id="312" r:id="rId54"/>
    <p:sldId id="309" r:id="rId55"/>
    <p:sldId id="310" r:id="rId56"/>
    <p:sldId id="308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  <p:sldId id="304" r:id="rId66"/>
    <p:sldId id="292" r:id="rId67"/>
    <p:sldId id="293" r:id="rId68"/>
    <p:sldId id="294" r:id="rId69"/>
    <p:sldId id="295" r:id="rId70"/>
    <p:sldId id="296" r:id="rId71"/>
    <p:sldId id="297" r:id="rId72"/>
    <p:sldId id="300" r:id="rId73"/>
    <p:sldId id="301" r:id="rId74"/>
    <p:sldId id="298" r:id="rId75"/>
    <p:sldId id="299" r:id="rId76"/>
    <p:sldId id="302" r:id="rId77"/>
    <p:sldId id="303" r:id="rId78"/>
    <p:sldId id="275" r:id="rId79"/>
    <p:sldId id="336" r:id="rId80"/>
    <p:sldId id="337" r:id="rId81"/>
    <p:sldId id="338" r:id="rId82"/>
    <p:sldId id="339" r:id="rId83"/>
    <p:sldId id="340" r:id="rId8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5DBB8-D9D7-AB92-A81B-4D1086C56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FBC160-8699-E072-D51B-F3B46D458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6224DF-C115-72D1-9D30-0BA146FA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F9DCF6-CC9A-4089-F6CA-05312763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08530B-6AA5-3949-231F-C3E6B641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83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DB5F2-71FD-E244-951E-5E74521D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04D639-43CD-0294-428A-B71F4C1A9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A53D3A-D08B-73BF-41DC-055E895A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423C07-D489-8C41-53DF-51611CC6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4DEA63-68BB-0441-7A8E-37703E5C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05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7EE929-2B52-6F24-2D02-6898C475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68FE8F-6EB8-A126-432E-B8F2CEECB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4C2F49-987C-189B-97E0-FB0AA6DFC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C42A77-4FD6-A3A7-65D2-B796250E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10C860-17B5-6F96-9DF0-A265AEFE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10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A8FA11-26AB-EC5A-3F51-F6694D37E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D884D7-FC04-FADD-A56C-B53622CBA3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9D8E99-0D34-F654-AC26-1492F0B88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EA0AD0-A4C9-DA3F-F422-A5FAECC6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E9E387-0DA7-2F8A-7FC1-BA4B504E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008900-7C86-32CE-A05C-9BF73B22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022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AAEB7-0EC2-DBDA-B00C-584FD60EB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9D08AB-8A79-B1B7-DA22-33B352071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F0956F-8710-9FB9-7F0B-E56157E76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4647157-0A30-D73B-4F05-DC604401D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287B480-B48F-32E7-5F6A-41C8F1DBE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E2D411-05FF-F113-48AC-3E63B3F3C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D319D0D-2B78-CBD1-BC0B-2A45FA9C7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664BBB-1DC5-3CD0-A52A-F904EEEA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74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29F204-DC5F-4EC7-5D4D-ADD64874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A34C9A-BAE7-89C0-EC87-419A301B5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BD4B2E-1CC3-3E5C-94D1-B3DFD691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7BCEEF-8DAB-11AB-658D-031C9C05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95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9FB3BF-C608-C240-966C-0E0B04CF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ED6CD2-9A4D-C5AE-94A7-87504324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685F04-6159-7345-5040-FB22AD6E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57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695F3F-E8D6-366F-29D3-3ADF2169C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C197B-4903-4ACE-ADC6-F382006D7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4790DE-0977-6BB5-5A0C-AACE80016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04861D-3E28-8DD9-7B8D-F5E8581D1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71A246-73DC-B17C-CD01-CB6E53F1D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BCDB8A-AFC5-4888-E61A-510A7408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99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14581-CEBF-8F73-4DEA-90E83B943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0196957-35C5-D73F-67C3-E5D31F48D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2003D7-4C9E-4989-B634-4640BC191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A278CB-C7E9-DFAB-55A0-CD037EF5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030C3-203C-CE2A-DEFC-93EB1D950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EB781B-16F2-1383-AC9E-160893C30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815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5B14F-C4B8-019E-FE28-A72A1484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AF8512-BB1B-2D31-30CA-D50AB00C8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6340F1-59BD-D5D3-CFFC-9DF577BC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173078-1703-4F6B-C71A-E0003A31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F07C90-C195-93A7-3263-F1A31ECD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89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C038EE-A5FB-4AF6-79EB-8914D1363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80EF22-5F24-4AD1-552B-A00CB96D5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EAD0E-2CC2-6FF3-F1C2-3849E7A6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41C177-0B70-2743-435F-E8399938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60CDB2-573F-878F-56C5-21050F47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21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59C1B09-D783-4814-B204-E467EFBD0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A1B8C7-4ACD-A4C8-41B1-37DEBCE7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ADA632-AAD6-8F19-5A3F-255DD10F4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EEFEA-6B84-4688-A96E-6A8808567E39}" type="datetimeFigureOut">
              <a:rPr lang="pt-BR" smtClean="0"/>
              <a:t>10/07/2025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EE23F7-9B45-9FCF-4055-FEDB99BE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65AFD5-E784-E920-97A2-80F67CB6A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FD933-1C48-4483-91F9-AC07A4D63C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505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85DB9-50D7-89B1-C79A-31CCB5E97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F69E23-5E4D-79C2-E0A3-A983F8F73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4A6F4EF-5566-2019-8F8D-3788C9D4F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274121"/>
              </p:ext>
            </p:extLst>
          </p:nvPr>
        </p:nvGraphicFramePr>
        <p:xfrm>
          <a:off x="469084" y="394283"/>
          <a:ext cx="11253831" cy="6272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281">
                  <a:extLst>
                    <a:ext uri="{9D8B030D-6E8A-4147-A177-3AD203B41FA5}">
                      <a16:colId xmlns:a16="http://schemas.microsoft.com/office/drawing/2014/main" val="3291110436"/>
                    </a:ext>
                  </a:extLst>
                </a:gridCol>
                <a:gridCol w="2444259">
                  <a:extLst>
                    <a:ext uri="{9D8B030D-6E8A-4147-A177-3AD203B41FA5}">
                      <a16:colId xmlns:a16="http://schemas.microsoft.com/office/drawing/2014/main" val="1064509087"/>
                    </a:ext>
                  </a:extLst>
                </a:gridCol>
                <a:gridCol w="2692867">
                  <a:extLst>
                    <a:ext uri="{9D8B030D-6E8A-4147-A177-3AD203B41FA5}">
                      <a16:colId xmlns:a16="http://schemas.microsoft.com/office/drawing/2014/main" val="236679034"/>
                    </a:ext>
                  </a:extLst>
                </a:gridCol>
                <a:gridCol w="2030136">
                  <a:extLst>
                    <a:ext uri="{9D8B030D-6E8A-4147-A177-3AD203B41FA5}">
                      <a16:colId xmlns:a16="http://schemas.microsoft.com/office/drawing/2014/main" val="2295851319"/>
                    </a:ext>
                  </a:extLst>
                </a:gridCol>
                <a:gridCol w="3133288">
                  <a:extLst>
                    <a:ext uri="{9D8B030D-6E8A-4147-A177-3AD203B41FA5}">
                      <a16:colId xmlns:a16="http://schemas.microsoft.com/office/drawing/2014/main" val="4080082207"/>
                    </a:ext>
                  </a:extLst>
                </a:gridCol>
              </a:tblGrid>
              <a:tr h="1732539">
                <a:tc>
                  <a:txBody>
                    <a:bodyPr/>
                    <a:lstStyle/>
                    <a:p>
                      <a:r>
                        <a:rPr lang="en-CA" b="0" dirty="0">
                          <a:solidFill>
                            <a:schemeClr val="tx1"/>
                          </a:solidFill>
                        </a:rPr>
                        <a:t>Slot0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123610"/>
                  </a:ext>
                </a:extLst>
              </a:tr>
              <a:tr h="1172483">
                <a:tc>
                  <a:txBody>
                    <a:bodyPr/>
                    <a:lstStyle/>
                    <a:p>
                      <a:r>
                        <a:rPr lang="en-CA" dirty="0"/>
                        <a:t>Slot1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45406"/>
                  </a:ext>
                </a:extLst>
              </a:tr>
              <a:tr h="1172483">
                <a:tc>
                  <a:txBody>
                    <a:bodyPr/>
                    <a:lstStyle/>
                    <a:p>
                      <a:r>
                        <a:rPr lang="en-CA" dirty="0"/>
                        <a:t>Slot2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437722"/>
                  </a:ext>
                </a:extLst>
              </a:tr>
              <a:tr h="1764636">
                <a:tc>
                  <a:txBody>
                    <a:bodyPr/>
                    <a:lstStyle/>
                    <a:p>
                      <a:r>
                        <a:rPr lang="en-CA" dirty="0"/>
                        <a:t>Slot3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902188"/>
                  </a:ext>
                </a:extLst>
              </a:tr>
              <a:tr h="430632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Slot0</a:t>
                      </a:r>
                      <a:endParaRPr lang="pt-B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Slot1</a:t>
                      </a:r>
                      <a:endParaRPr lang="pt-B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Slot2</a:t>
                      </a:r>
                      <a:endParaRPr lang="pt-B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Slot3</a:t>
                      </a:r>
                      <a:endParaRPr lang="pt-BR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949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69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EC438-EA7C-02DA-9A64-7E777B02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" y="1"/>
            <a:ext cx="11982651" cy="731520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F4E265-4B25-657F-0F3D-B348FAC7A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83565" y="-1146302"/>
            <a:ext cx="4824867" cy="933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04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EC438-EA7C-02DA-9A64-7E777B02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" y="1"/>
            <a:ext cx="11982651" cy="731520"/>
          </a:xfrm>
        </p:spPr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CD2071-DF42-67CA-F4F4-A85E8EEB9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796" y="365761"/>
            <a:ext cx="5350336" cy="23210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422CE73-4FC8-D251-6BBE-357546F9C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0" y="602535"/>
            <a:ext cx="5842535" cy="211076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DA77B85-C5F2-39A3-CC04-72ABB73432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0" y="3240158"/>
            <a:ext cx="5875046" cy="292001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4B9ED57-1E10-7EF8-C5EA-53EF0CC78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796" y="2879311"/>
            <a:ext cx="5273334" cy="145190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858F1AF-537E-C00D-1D10-AC5F0075AB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429" y="4485076"/>
            <a:ext cx="4261069" cy="133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85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85DB9-50D7-89B1-C79A-31CCB5E97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On-board Links – rev0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F69E23-5E4D-79C2-E0A3-A983F8F73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34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EA083A-435E-2113-E8A4-3A1DD6F7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60" y="390088"/>
            <a:ext cx="5163544" cy="450488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BAE8B71-7F5B-574A-B49B-28BD98797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94" y="5330845"/>
            <a:ext cx="11982275" cy="137615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CCF9775-B455-BB00-CC85-789605371117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CRS-R3.0022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D1D0DF-9912-6361-4A50-713E8F20C68B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3722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Slot3</a:t>
            </a: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E396BF-EED9-A4C5-F86F-C99E65CC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57819"/>
            <a:ext cx="12192000" cy="129453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3747DF0-E384-484F-C8FA-63B8391D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245" y="186293"/>
            <a:ext cx="5591263" cy="487163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91989CC-4099-DE2E-7C4A-C775110F2A48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CRS-R3.0020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F8E18DB-369B-164F-EBDB-F92F53F31A63}"/>
              </a:ext>
            </a:extLst>
          </p:cNvPr>
          <p:cNvSpPr txBox="1"/>
          <p:nvPr/>
        </p:nvSpPr>
        <p:spPr>
          <a:xfrm>
            <a:off x="4672666" y="5118227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28596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CCF4C5B-487F-BE41-F369-33050C17E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1" y="5514928"/>
            <a:ext cx="12192000" cy="120548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8CCDA9E-F8AB-BD8E-6CDF-8A3C6C805B9A}"/>
              </a:ext>
            </a:extLst>
          </p:cNvPr>
          <p:cNvSpPr txBox="1"/>
          <p:nvPr/>
        </p:nvSpPr>
        <p:spPr>
          <a:xfrm>
            <a:off x="4777530" y="5276675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E03E9A6-B90F-20FE-A87B-668C3E4A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069" y="272833"/>
            <a:ext cx="5156401" cy="454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6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7C375D-FB56-5BED-15DC-9498921C4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87696"/>
            <a:ext cx="12192000" cy="127030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777530" y="5394121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D7135B2-17BD-4268-42FE-D31E9C33D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397" y="198740"/>
            <a:ext cx="5905263" cy="514924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F5A5B31-1DCA-4C48-FECA-DEE7277AD5E9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CRS-R3.020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30041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E1C0525-C7D6-7D79-3063-108230C4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9" y="5426004"/>
            <a:ext cx="12192000" cy="12071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672666" y="5118227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E92E96-8C54-B522-8B97-16AFF0955E06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CRS-R3.0022</a:t>
            </a:r>
            <a:endParaRPr lang="pt-BR" sz="1400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9E286B1D-9A0D-821C-637D-6D6BC4A0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183" y="341586"/>
            <a:ext cx="5427421" cy="477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72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177F33-DAB7-4BE9-8B9E-E87668F1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6914"/>
            <a:ext cx="12192000" cy="122534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11086" y="518020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CF2AA38-743F-5583-3BEC-8C8736AC3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20" y="124107"/>
            <a:ext cx="5730454" cy="500576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CRS-R3.020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06178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11086" y="518020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A8FA25-2507-B0F0-039A-0508729E3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5789"/>
            <a:ext cx="12192000" cy="11910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23D7357-45E7-9B63-0B5C-E45AD630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3681" y="373245"/>
            <a:ext cx="5046746" cy="43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83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CRS-R3.0022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84A4B1B-0974-D134-D720-C50B4CFEC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89" y="5345456"/>
            <a:ext cx="12192000" cy="120752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11086" y="518020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B93F09D-A565-FDCC-704D-66F441D19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846" y="80542"/>
            <a:ext cx="5804308" cy="50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98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Slot3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CRS-R3.0020</a:t>
            </a:r>
            <a:endParaRPr lang="pt-BR" sz="1400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E5CA45-A27E-D3DF-8F73-FBF7EB711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9396"/>
            <a:ext cx="12192000" cy="118488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11086" y="518020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4366E21-CD6B-F302-3610-50BF2E993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931" y="418893"/>
            <a:ext cx="4608859" cy="400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72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CRS-R3.0022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226017-8CC5-6D3E-E9BE-5FD35259F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2842"/>
            <a:ext cx="12192000" cy="120187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11086" y="518020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896F11D-7DDC-A2EA-FFB2-9B4323959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330" y="197142"/>
            <a:ext cx="5357982" cy="46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67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Slot3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CEE0ACF-1D5C-E75C-DC57-A36DD467D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8929"/>
            <a:ext cx="12192000" cy="118453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44643" y="510115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0F01F94-ADE1-CFC8-2381-F0E157E9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96" y="362357"/>
            <a:ext cx="5160081" cy="453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23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1E6520A-E0EA-E805-79C6-3CAF70B2061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CRS-R3.0022</a:t>
            </a:r>
            <a:endParaRPr lang="pt-BR" sz="1400" b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11F38A4-348F-D764-35C8-A6044735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90"/>
            <a:ext cx="12192000" cy="118197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0B8CAEC-C95F-453D-34A6-4FDE1ABCF1C4}"/>
              </a:ext>
            </a:extLst>
          </p:cNvPr>
          <p:cNvSpPr txBox="1"/>
          <p:nvPr/>
        </p:nvSpPr>
        <p:spPr>
          <a:xfrm>
            <a:off x="4811086" y="5180202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34B0CB-89C2-E5CA-4ADF-393E07B61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649" y="171884"/>
            <a:ext cx="5404148" cy="480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3930A-2109-55C0-F6D4-EDFB56F1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pPr algn="ctr"/>
            <a:r>
              <a:rPr lang="en-CA" sz="3600" b="1" dirty="0"/>
              <a:t>On-board Connections – Eye Diagram Matrix</a:t>
            </a:r>
            <a:endParaRPr lang="pt-BR" sz="36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D23261A-8265-7FB0-6BA1-2BBC16244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415" y="594514"/>
            <a:ext cx="9323170" cy="599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48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85DB9-50D7-89B1-C79A-31CCB5E97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QSFP loopback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F69E23-5E4D-79C2-E0A3-A983F8F73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37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943C-CFEE-E960-9B44-2BB06CF6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53924-5B00-0E09-614E-58B9EF72C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SLOT0-QSFP+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8CB37D-1131-28F3-BFFC-9EDC9F4717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8186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F4F13-B2FE-0552-BE9D-E0D1A241D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DD643-AA4F-E3C0-E028-80D69284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QSFP1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E69A8C-1DFB-6749-B24C-D2F04B410AAA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4E737C4-1181-2358-5897-249F9C946916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04E5B2-38C7-3ED4-397C-C401648E8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6725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DCC3777-ACD2-5290-BCDA-746BADDF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915"/>
          <a:stretch/>
        </p:blipFill>
        <p:spPr>
          <a:xfrm>
            <a:off x="0" y="5383116"/>
            <a:ext cx="12192000" cy="88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71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F9D95-210B-EA3B-1175-D47F1C6C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1B346-4B6C-5A0B-B5A5-38CD61CC7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QSFP2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086E1EC-7C57-0D08-CEC8-50B9FFD43674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86A5138-FDA9-053B-F4D2-7B62A557C1BB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7417D9B-6B09-5D28-A4C4-DC2ED4F5F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9347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2F6BF7B-05A8-E0E2-BA6B-A3F212156C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462"/>
          <a:stretch/>
        </p:blipFill>
        <p:spPr>
          <a:xfrm>
            <a:off x="0" y="6222568"/>
            <a:ext cx="12192000" cy="16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42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AE64-EBE7-4544-6249-EAABCF4B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1BD8E-1593-ECA2-EE9B-3F647F96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QSFP2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953F62-D5E0-67EB-84E4-D98A6D6DF74D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ED741E8-712C-0864-3E2B-3971999AA96B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2D104F-3662-AF3E-1B8A-5BF2D7B55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998" y="545015"/>
            <a:ext cx="4464000" cy="445089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DC8B230-45BA-5C49-3F1C-F0EE073FFA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553"/>
          <a:stretch/>
        </p:blipFill>
        <p:spPr>
          <a:xfrm>
            <a:off x="0" y="5437272"/>
            <a:ext cx="12192000" cy="87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81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BF9B1-5255-829B-C6E4-7EA724EA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DCB41-8B3A-4964-6278-C1E45923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QSFP3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8A1FF7-3B58-06D1-2D53-8F673251D422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1C518A-B031-D3D1-B0A0-5A70EDB40D77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C19051-62EE-E1CF-15D9-CB6DE1B09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64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1CDC8AE-9D63-F076-5398-E67EF87052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71"/>
          <a:stretch/>
        </p:blipFill>
        <p:spPr>
          <a:xfrm>
            <a:off x="0" y="6245817"/>
            <a:ext cx="12192000" cy="16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12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4844-CA56-78BD-C159-9EC5ED39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68422-96DB-38D2-8E0E-3A23F16C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D3DC453-F307-7D03-2CF7-FAAEE244B83B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CB93669-F83E-0548-0ADA-9E8DC614EE60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A4F844-7748-9B2B-84B8-69EA783F8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7378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9A4693C-BBC9-0812-953F-C8FA5CF4D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682"/>
          <a:stretch/>
        </p:blipFill>
        <p:spPr>
          <a:xfrm>
            <a:off x="69743" y="6276814"/>
            <a:ext cx="12192000" cy="11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71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7228A-4ECF-1D18-E24E-66E8F291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DC4C4-AE40-918D-B94D-0229BAE4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QSFP3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807C645-1C72-F899-CD23-BC1FE5D5E3BD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1D1579-1E63-7069-03AB-255D40C1A7A1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C19964E-C728-9EE5-8CF2-8C7FC6264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735" y="465589"/>
            <a:ext cx="4552470" cy="45458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5252703-A2C5-D766-E19C-B5A993D9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223"/>
          <a:stretch/>
        </p:blipFill>
        <p:spPr>
          <a:xfrm>
            <a:off x="0" y="5383116"/>
            <a:ext cx="12192000" cy="91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594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7D01-BED6-E1E2-731C-BBEF0291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74772-86DC-1E74-D845-982BFC62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7B49C06-467E-26F5-DC30-BA460C19DE10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9FFCBF-75D5-BD9E-0744-53633EB704A2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A8E23E-6DA1-1810-F728-1A42A4F0F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443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D18D568-9C71-4163-129E-58F073270B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-4193"/>
          <a:stretch/>
        </p:blipFill>
        <p:spPr>
          <a:xfrm>
            <a:off x="0" y="5383116"/>
            <a:ext cx="12192000" cy="1064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74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28D0A-F4B7-5946-491F-E1CBFB1CA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5AB4E-A079-9D29-D500-A0AF4116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8D614A2-649F-CB93-2330-9B7EB8FAD7A9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2D950A-BEC6-78EC-B583-1188F53188AB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00F1473-559B-477B-9646-AA979D0FA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64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F89E7A9-8A43-6704-FF50-2A0AA5113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3116"/>
            <a:ext cx="12192000" cy="137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1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00AB-E397-51DA-E5FE-EBE7C233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80B4E-5325-CEAC-F194-459A053C1F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SLOT1-QSFP+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061A26-2B52-16CE-067A-4D86A5799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747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878B-62F2-2A21-46D1-F1474201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BFD25-813F-A8AF-3DEF-FD646D4E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QSFP1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F27000-E3F2-2BBE-1FC7-BC1249C39F59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41C24D6-5F4B-E5D3-3012-168246C3D4AF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16455F-DE9B-A26D-67BA-702843D1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64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A5DB4BC-BBE7-BF1C-CEA5-BA4CFC854F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134"/>
          <a:stretch/>
        </p:blipFill>
        <p:spPr>
          <a:xfrm>
            <a:off x="0" y="5339761"/>
            <a:ext cx="12192000" cy="88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9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E873-6A72-E9AA-F7F7-EE788858D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DE5AD-B0EE-E5FB-5A7A-36603BA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QSFP2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D6825A-AAE6-00C0-C379-6FD684EDE53C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D429A73-7736-B6D1-06A6-2CDCF44E2BF3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BDD820D-CCC1-B3B4-EFD1-770ABED6E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43366"/>
            <a:ext cx="4464000" cy="44541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373F83C-E168-679A-BA55-518CC32A2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393"/>
          <a:stretch/>
        </p:blipFill>
        <p:spPr>
          <a:xfrm>
            <a:off x="0" y="6207071"/>
            <a:ext cx="12192000" cy="18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31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1D00-F485-8AE4-555D-214B53546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CBAD2-ED13-CC1E-B6E5-7BB2AB6F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172F60F-203B-B57E-E4A3-95F2CDD7801D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ED56034-5ED6-D772-FD66-788D2354888F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131A9C-8446-64FB-D2E1-0EF49C80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576" y="465589"/>
            <a:ext cx="4464000" cy="446726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2C5707A-8E7A-4B97-A16D-6628D52C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39" b="51952"/>
          <a:stretch/>
        </p:blipFill>
        <p:spPr>
          <a:xfrm>
            <a:off x="0" y="6176075"/>
            <a:ext cx="12192000" cy="21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463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636E-E08B-D9DD-042D-7CB4A2DB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34381-043F-3625-5900-E4BEB4B5B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QSFP3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8E9A1E-BD6D-9BA3-9C8D-896F6060FAC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A351DED-2D63-C3F5-D3FA-2B12C43EC926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256E48-C9B3-1329-2863-853B2D918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6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348E8C7-744A-0B17-2DE0-73AAACC51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732"/>
          <a:stretch/>
        </p:blipFill>
        <p:spPr>
          <a:xfrm>
            <a:off x="0" y="5343425"/>
            <a:ext cx="12192000" cy="8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5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ECD0-34BE-23F2-7646-4FDB1CB95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D4C76-0915-2C04-BD4C-A7E7274A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QSFP2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068D1EC-B6DF-93FD-F9DF-51182C7E828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2C8FDC-C343-DCA9-A6EB-61DEA9399FA3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1BD01C-4CEE-9801-8172-53789DEE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7705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1CCB64F-69E9-D0C6-7764-EFEAFBF74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249"/>
          <a:stretch/>
        </p:blipFill>
        <p:spPr>
          <a:xfrm>
            <a:off x="0" y="6222569"/>
            <a:ext cx="12192000" cy="16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100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DEB7-280C-DC86-DD5C-FD5479337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621AE-402B-36AA-D85D-2C68EA7E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QSFP3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748E64E-5494-D5AB-1008-0976EAEEBCF6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B63133-4A4C-B9B6-515D-5ADB393A9FC5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79B83B7-61B7-3130-6E41-64DB3CC29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64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C032EC-6C7A-7110-42B0-6659E6A0B6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694"/>
          <a:stretch/>
        </p:blipFill>
        <p:spPr>
          <a:xfrm>
            <a:off x="0" y="5378501"/>
            <a:ext cx="12192000" cy="87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15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26F32-59C3-8843-B1E9-C1E4B310C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551F7-E5A5-4A44-33EF-F55A9AF3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QSFP1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25E844-517A-6962-D27E-C19E47DD0CA3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EE2B97-E959-3CB0-773C-B013FDC46317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419741-5611-DB2B-0F40-C630DE155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576" y="465589"/>
            <a:ext cx="4464000" cy="44443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C9B6BE6-16C4-B22B-1F23-B3A399FFB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75524"/>
            <a:ext cx="12192000" cy="91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4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B2AF9-C548-6896-66D5-7BFC526C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2DF53-10E8-6C50-E25B-18264093C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F1B01BB-33B3-B843-AC83-6E6FA6F9CFB3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7F8238-E3AC-4F66-D417-DADFEFA2259F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F87C7A7-3B64-7545-A43B-FC69BE9A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3789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2BDCACA-93A2-C41C-1EFE-ED3E0A1CF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9188"/>
            <a:ext cx="12192000" cy="8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76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8C200-A305-DA26-D5AC-A48E0B26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4F2D0-7272-C7F8-8DB1-A256432F6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QSFP2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008F47D-713F-B172-3A4B-B2463ED9B790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5A178D-9C03-CFB0-7B87-64BEC69E9030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FE8E11-0CD3-57CF-C6BC-77F83A718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248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8D2B42B-3010-E30A-1CC4-86776FF10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36024"/>
            <a:ext cx="12192000" cy="8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48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D44C-AEB9-C8E9-788B-FC66D364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12931-6995-C6EE-A260-9220B3C8AD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SLOT2-QSFP+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AC0CEB-A038-7CBF-0A23-3EC22A473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9704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0507-9907-F919-9C64-9A39B761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C5156-0670-9BF1-4899-5838996A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QSFP1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14DDA74-7EA5-9E49-835B-5335261C0F5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0A4662C-D96C-5989-BD08-EE153AA6C764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B3D6194-FC9D-78EF-3CC6-AB3C8DE2C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275"/>
          <a:stretch/>
        </p:blipFill>
        <p:spPr>
          <a:xfrm>
            <a:off x="0" y="6331057"/>
            <a:ext cx="12192000" cy="24113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1C08ED9-02B3-7F1A-5619-DCFD04141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000" y="465589"/>
            <a:ext cx="4464000" cy="448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80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07188-83F3-D656-0EAB-9FE1631D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ECC56-7CC2-1898-CBA5-3C5FE084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QSFP2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91D388-F2BF-DDE2-3648-436E56874DD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AC11B59-9989-420E-B6F4-F37BDEEBC248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83B652-E9ED-E30B-7F16-7AAF25109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349895"/>
            <a:ext cx="4464000" cy="44542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D216B95-597E-4FF0-34B6-87C6D41CE5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329"/>
          <a:stretch/>
        </p:blipFill>
        <p:spPr>
          <a:xfrm>
            <a:off x="0" y="5462237"/>
            <a:ext cx="12192000" cy="8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79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8A46-E467-B0CB-BE59-5689A80CC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16106-0D78-D692-F7BA-063FC95F6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A790C82-567D-95EE-2F70-B0B049F2DAF5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6A7139-CC76-DC2F-DD64-3C467FCE04D3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6E50AFB-88BD-5759-37CE-490027AE6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601531"/>
            <a:ext cx="4464000" cy="447380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9FDB7C0-DCC2-F125-7206-62BAAD8C5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556" y="5383116"/>
            <a:ext cx="12192000" cy="96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1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F3B4-7726-C8C5-1BCB-571DA3170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A2126-2B31-1570-CCDA-DA645DFE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29817B7-B05C-78DD-4B8B-B89DCD6C63E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04F110-D10D-ADC0-EADF-950295B391F4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3A6B23-B1D9-2418-AB8C-00689F44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00" y="551623"/>
            <a:ext cx="4428000" cy="443768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484638D-8B23-5EA0-874A-BC92EED62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21126"/>
            <a:ext cx="12192000" cy="88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215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E0C8-1087-AD7D-34EE-3437513B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C7063-7083-4087-0938-F90FEADA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QSFP3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C6C363-85D3-F6B3-DA1F-CF390AFED403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EF71924-CAB3-F846-A085-1B9D42A1753C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6EA4A4-5F08-0306-C4BC-BD86EE35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31938"/>
            <a:ext cx="4464000" cy="447705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FDFF00E-D9FE-8240-3CB0-E4151F414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8867"/>
            <a:ext cx="12192000" cy="86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27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D6989-BC72-5FDD-51CC-AD2A7D69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1F6A3-0D83-C52D-F1EE-B4FB2C0D5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QSFP2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52B4B9-70CA-CF0C-C233-BCBB983A312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C11CAAE-7319-617C-1817-5A02B99F76A7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8F68B6-8D59-2B2C-DEF4-908B21279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64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0AE4561-F161-4E6C-F68D-23414442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962"/>
          <a:stretch/>
        </p:blipFill>
        <p:spPr>
          <a:xfrm>
            <a:off x="0" y="6225702"/>
            <a:ext cx="12192000" cy="3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185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72B4E-B3C9-DB75-E21E-A446A731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54B7B-48E0-7025-D7A6-BF23D7F6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QSFP3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F9B208-8A7D-A47F-58B4-1AADBDC10C7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45A47F-B4CD-7E94-4AE0-10DE4F8174A6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1F5B243-6604-28A9-47B7-4ACC08903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439" y="532369"/>
            <a:ext cx="4464000" cy="445748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C4174DD-F613-5CDC-1095-4D813106F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686"/>
          <a:stretch/>
        </p:blipFill>
        <p:spPr>
          <a:xfrm>
            <a:off x="0" y="5254109"/>
            <a:ext cx="12192000" cy="91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992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D401-17ED-3D3B-C96C-4E4527B3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0C92C7-8A00-0055-EF64-86D09AFB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QSFP1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33BA5BF-CB67-FD44-135F-AB83232847AB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E7822BA-F96C-E4AE-8B36-ED560C9D32B2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FBE5A9-090D-E4B7-A3AF-62D5C147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94984"/>
            <a:ext cx="4464000" cy="44574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ADF7144-CA2F-4DFD-D5A5-8400D28C5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52" y="5383116"/>
            <a:ext cx="12192000" cy="98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62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88498-5378-837E-10E5-EEE74778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249A5-30A8-C64F-2F25-F7E1A4F114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SLOT3-QSFP+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F56B6-FF93-7844-948B-812551492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8214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6DF8-CD10-45AB-1389-CF4AF8754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33140-71DA-667D-3B1E-8FC041EE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306F98-83DB-5EB9-85FC-866ACF8FEA0C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08DAFFB-06CE-9208-C0B2-C108A8E20586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47F231-AB02-D75D-2F5A-9C5AB4B36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4112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05D7329-B3EA-261B-D603-1AB638DF4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39908"/>
            <a:ext cx="12192000" cy="54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43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5F306-2C0D-FA42-DA22-4810DBFA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73B29-C876-13D9-1F25-3946C0C7B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QSFP2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2BB463F-908B-9324-B82E-BF40645B9CB1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31E4AE-A98E-22BB-8B1D-CC113A1EE24F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8A4D1F4-0C39-033F-5A0A-8B54FE9D4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249" y="516675"/>
            <a:ext cx="4464000" cy="448037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4E3323F-A6A4-8D8E-C29D-00286BAC8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21149"/>
            <a:ext cx="12192000" cy="102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4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444F-FB5B-3203-1A48-365BA577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FB44A-9848-A657-FDB4-27BA26AE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QSFP3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F6542B-1A88-67EC-5A16-114D3B53D8D3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010338E-ECBD-9B4E-FC1A-506A05533C66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F4004D8-ADFF-6E90-1A02-B344BE0F8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1149"/>
            <a:ext cx="12192000" cy="102017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6847AFA-AE5D-9D36-4711-3C863DC89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000" y="465589"/>
            <a:ext cx="4464000" cy="44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0277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8D89-50B5-D7B6-A7E0-DDFBAB27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BE88D-561C-CC90-FD41-9F4478102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QSFP3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694520-82C2-1F87-5C32-41F956E7C1D0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1FFFCCC-DFAA-EFB3-0175-002984BDA5EC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65B881-A6C5-0CA1-EFC9-CEF330EC0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50010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F13C145-B8ED-6C79-43FC-9FF2BC91F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2760"/>
            <a:ext cx="12192000" cy="98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618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258E-40C3-2096-B4DD-204B3D3F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65273-09A2-25B7-3791-CBFEE778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QSFP1 to QSFP3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EDC981-D9BF-66C7-EC7A-55D688247534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DBD707D-2106-BD2F-9661-CF99D6E34022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B2C845-AF2D-FBA5-7ECD-351C5E3C5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7705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A4FD86-3E20-7274-F2A9-3337A5D48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3116"/>
            <a:ext cx="12192000" cy="98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917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8ED8-BE3E-B628-8103-D823CCAF5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0E67F-E9B4-8691-85DB-42F9B680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QSFP1 to QSFP2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B5BF2A7-B62B-136E-83B3-834996C92F25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F445D36-B35D-8503-88E4-51534A2211D3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8B7BD5A-D0D4-1621-16A8-F75F5072C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384472"/>
            <a:ext cx="4464000" cy="445421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261D6AF-BA6B-EA2F-483A-BB9BF12C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2314"/>
            <a:ext cx="12192000" cy="100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081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4C96-D01D-AD05-9D76-0113EA84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DE3F5-7C56-B464-CCE0-F7E6031FF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QSFP2 to QSFP1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1C3910-D9DE-13B8-3918-101DBA8F1EE2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CRS-R4.0034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710A5BD-64B8-21A2-4712-35FE766B7AA6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A476485-75EA-FA85-F1BD-71C558EB3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5419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7EA1978-3E79-7BF6-7A1B-78CFA6A07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92314"/>
            <a:ext cx="12192000" cy="100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111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A8AC-310F-1CC1-F9E7-000815A23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61600-2B7C-F459-4498-03C9B4B21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QSFP+ links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3A9B38-D7E5-783D-4AB0-147F27E56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79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E18D0-1BE2-3695-FDD2-B3291144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F1E7F-C350-52E5-B267-AB217FE8F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QSFP1-controller to QSFP3-peripheral1 (slot2)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165AE04-B330-EEA1-9623-FC7CEF62219E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8D06CB-7012-E355-D15E-4479C6137C3F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36DE1C-8622-8F27-3926-0D9C88DC3198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A5CFBA4-7D1F-0DD3-C77F-2FFE83E8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6728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490C530-EE04-94A8-A97A-DF11C5013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8993"/>
            <a:ext cx="12192000" cy="96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1965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71D2-311A-1E33-3724-DAB70CDD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2AAA6-5468-5016-DD8E-764BD0D1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Controller_rev1.0016.0  peripheral_rev1.0027.0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47F05CF-4523-ED2C-F22C-DDEEF6801401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BBB212F-881E-1E2C-0F5E-91CDC8191270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 – slot 0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1E23C1-186B-71A4-45C6-733AFC2D1E70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DC4980-0FCC-2EA6-B62F-D22ABCAAA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99548"/>
            <a:ext cx="4464000" cy="446071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8DCC9EA-BA37-3373-11E9-09CC8A411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3007"/>
            <a:ext cx="12192000" cy="90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834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7DD2-68A9-2D02-B0AF-D0AB69FA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D0391B-2CDA-A193-C88F-6442BD4FF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Controller_rev1.0016.1  peripheral_rev1.0027.1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A0605D2-EFB4-3843-7C60-60733E314719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D0E50A-E573-3823-EB9E-35F5B5728E89}"/>
              </a:ext>
            </a:extLst>
          </p:cNvPr>
          <p:cNvSpPr txBox="1"/>
          <p:nvPr/>
        </p:nvSpPr>
        <p:spPr>
          <a:xfrm>
            <a:off x="4872368" y="505984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 – slot 1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22AEBE-F602-1678-5624-F94519675BCA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E2297B1-2195-EBC5-4A1B-74E066954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92700"/>
            <a:ext cx="4464000" cy="445418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F6E79AD-1B18-B787-C089-A624E0447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6305"/>
            <a:ext cx="12192000" cy="88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492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9063-5892-1CC5-EF0D-8F963825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2A6ED-B50D-B173-0B20-D0426D80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Controller_rev1.0016.1  peripheral_rev1.0027.1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C4D3593-F978-EED4-699D-57D9622F8FD2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23FE85-EF0A-9F62-4058-EDCE075DEB65}"/>
              </a:ext>
            </a:extLst>
          </p:cNvPr>
          <p:cNvSpPr txBox="1"/>
          <p:nvPr/>
        </p:nvSpPr>
        <p:spPr>
          <a:xfrm>
            <a:off x="4872368" y="505984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 – slot 1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D3419E-7FC9-91E9-ABEE-9353A1C0A0DE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963C84E-6C2E-D5D0-5474-99F975F4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79" y="532344"/>
            <a:ext cx="4464000" cy="446074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775EE10-A803-5EBA-A466-2CBB3636E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0300"/>
            <a:ext cx="12192000" cy="86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927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03735-56E6-1F88-5142-E3D5AE0B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989F3-254F-7A95-83E0-A5408064C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Controller_rev1.0016.2  peripheral_rev1.0027.2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2FC213-CDC2-06F2-A2F5-6383042DD115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F574BDC-077B-693C-61F0-954EE29E3438}"/>
              </a:ext>
            </a:extLst>
          </p:cNvPr>
          <p:cNvSpPr txBox="1"/>
          <p:nvPr/>
        </p:nvSpPr>
        <p:spPr>
          <a:xfrm>
            <a:off x="4895616" y="505984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 – slot 2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1DD9828-0813-F161-E4F0-7C086ADE59FC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3D09D4-60C9-366F-2FE0-D605240C0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4771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C92B1BC-10BA-9298-E328-CAA2BBED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55993"/>
            <a:ext cx="12192000" cy="94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476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2E3DC-9BD3-16EA-EE07-6AB2FA71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3D184-32FA-088B-C521-A99A60A9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Controller_rev1.0016.2  peripheral_rev1.0027.2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0ABAE8-C2AE-729F-53A5-05328DE61A10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5AE8E3-EC07-CF44-B91E-B52429FAF495}"/>
              </a:ext>
            </a:extLst>
          </p:cNvPr>
          <p:cNvSpPr txBox="1"/>
          <p:nvPr/>
        </p:nvSpPr>
        <p:spPr>
          <a:xfrm>
            <a:off x="4872368" y="505984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 – slot 2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1E25C5C-C195-38BD-68B2-05DC165F4262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267E7D-BBBB-D9A9-99FA-A429F38A1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64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5D64CE-1A98-2213-F9B2-A44F8BC73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97868"/>
            <a:ext cx="12192000" cy="90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153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1276-D7CF-A5C9-0863-09906885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C80B0-8479-5D94-312E-49450C28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Controller_rev1.0016.3  peripheral_rev1.0027.3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5F669B0-90AB-6AC1-9294-360DEA330672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23D67F-C35D-FE00-64A6-02ED7807A630}"/>
              </a:ext>
            </a:extLst>
          </p:cNvPr>
          <p:cNvSpPr txBox="1"/>
          <p:nvPr/>
        </p:nvSpPr>
        <p:spPr>
          <a:xfrm>
            <a:off x="4872368" y="505984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 – slot 3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D719F0-814C-8E92-A2E3-460618537E3A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6DF6348-CD47-8632-861B-B41AB8F1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973" y="465589"/>
            <a:ext cx="4464000" cy="446073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9FEEF50-326E-662F-7C6F-493313E8A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6743"/>
            <a:ext cx="12192000" cy="88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231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0072B-FAA0-A224-79EF-C2044713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B0F09-07BB-EE71-3429-5E0DFC4F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>
                <a:sym typeface="Wingdings" panose="05000000000000000000" pitchFamily="2" charset="2"/>
              </a:rPr>
              <a:t>Controller_rev1.0016.3  peripheral_rev1.0027.3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A4BCF7A-CFE3-43E4-2A3D-CE69CF79E34A}"/>
              </a:ext>
            </a:extLst>
          </p:cNvPr>
          <p:cNvSpPr txBox="1"/>
          <p:nvPr/>
        </p:nvSpPr>
        <p:spPr>
          <a:xfrm>
            <a:off x="9837490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A7A0F60-47A8-5F03-1D60-58CFD5924B70}"/>
              </a:ext>
            </a:extLst>
          </p:cNvPr>
          <p:cNvSpPr txBox="1"/>
          <p:nvPr/>
        </p:nvSpPr>
        <p:spPr>
          <a:xfrm>
            <a:off x="4872368" y="505984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 – slot 3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50C6DD-2767-502A-5C01-27EF4227B540}"/>
              </a:ext>
            </a:extLst>
          </p:cNvPr>
          <p:cNvSpPr txBox="1"/>
          <p:nvPr/>
        </p:nvSpPr>
        <p:spPr>
          <a:xfrm>
            <a:off x="9837490" y="3429000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CRS-R4.0050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72FB9C-1F07-096C-53CB-781E2931F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30714"/>
            <a:ext cx="4464000" cy="4464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7E8C662-E6AE-E739-27C3-2537CF398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67617"/>
            <a:ext cx="12192000" cy="88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374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BED40-DB83-6567-650B-A084624D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07961-E62F-86BD-C084-3767287882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On-board Links – rev1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056032-D598-F241-9AA7-95AADAF7AD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7005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44BB3-F329-9BE6-626E-D2B78AA2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8089B-559D-0428-4FD4-A44593F3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67B7F6-F18D-ADD0-951F-952193BF2A37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3131154-A969-FAD0-2B19-740A9D126CAA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 – Slot3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4E6419-37CD-3BC5-C04C-9610C4EA1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35198"/>
            <a:ext cx="4464000" cy="447053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99A483B-53A4-430C-8697-7919977E5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7677"/>
            <a:ext cx="12192000" cy="87512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1D07F4C-D3A0-D9A0-19E6-4616071FB680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8195475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C35CF-08A7-F919-1C20-F94455FE3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57D6F-D056-6ED4-0AE6-5FBC864B0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6830C7-BEA6-8084-B086-2D7610F1DCCC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D8D115A-2099-31EC-DC91-827406F2FB6C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 – Slot0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315870-C7B8-A0F3-90C4-AB7037AA5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3153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1213F35-93F8-EF4D-0E9E-8D0E0C3D9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0134"/>
            <a:ext cx="12192000" cy="94729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609D4A8-9426-6CBD-C38C-9B82398BE26D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0692525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9A05A-D612-711B-552D-CEDAB0C9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A730F-BC2A-1AC1-8E54-61DBF439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37EF0EE-A7D9-4E39-5C78-D88F5B59CF7F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F2666E5-3000-547A-D488-7727F0FB09D8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 – Slot2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CE75F7-EB6C-54DA-A551-B719401E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548204"/>
            <a:ext cx="4464000" cy="444451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A3EE2BC-7A11-E51E-8D8A-DABD59BB8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244" y="5515417"/>
            <a:ext cx="12192000" cy="94380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428566C-6F96-9915-0BE8-7B9BA6A6CBEA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8992723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C358-BF4E-13E7-1099-8927CDCC7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C2521-8C1A-A1CC-A06D-259875E42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F83A1D-6C7C-A6A8-E741-A863500B08DA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0ACA7B-2AC4-567A-11F9-5FBC023C9BCF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 – Slot1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958B3EE-7F99-1975-8092-9180931BE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17463"/>
            <a:ext cx="4464000" cy="446071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4F51C7C-49A0-536D-2E3C-B0450366F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0274"/>
            <a:ext cx="12192000" cy="93055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02BF48F-6DE8-4602-04E0-1B7AB0F60808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51463806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9BF8-B665-6BF1-41A3-ADD68171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FFB08-8782-43A3-8983-DAC360D4C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1189FF-59B8-257A-CC1B-37EA1EFAF5E5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964891C-98C3-BC52-ED5B-F89594665010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 – Slot1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396384-96EC-CF44-2CF3-15DE3F567151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7989917-F400-8591-E15B-B6D856DAB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576" y="541718"/>
            <a:ext cx="4464000" cy="445749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6FF97BC-53C3-B992-AF04-BCD7F275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5218"/>
            <a:ext cx="12192000" cy="87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040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A5086-3F45-F058-B7DF-7118D060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41FD74-6DCB-9632-4845-B4FEEE99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8D35A5-1FB5-4F62-AC7F-8F71994DC210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B4225A-0B9B-54D6-A910-42AEDDFD8FF9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 – Slot0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1D5DEF-9C6B-6530-20C9-75C870DE4364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01D3C4-58C2-57AB-C283-7C6D2DC6B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465589"/>
            <a:ext cx="4464000" cy="445422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3829062-C3C1-7DC8-0413-285D16603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39" y="5488277"/>
            <a:ext cx="12192000" cy="89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763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2CEAE-6B7C-65D6-5D0E-A4DECE98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9B2F3-F749-1B91-8767-4DDA06F9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D98C02-7290-E292-DC70-7E4C0A5EB27C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1DB7104-49A5-672E-E34D-4CC18EEE0AFA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 – Slot3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649FC9-09F3-44EB-4C38-BCB6B7D0AC63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9234ED8-0F3B-42C6-0E0E-328561D9B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527041"/>
            <a:ext cx="4464000" cy="448684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7DCC96F5-BDB6-7827-9D2D-E3ADD5A91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3116"/>
            <a:ext cx="12192000" cy="8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539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E613-C99E-82A9-58AA-CBA6888E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BEFB3-A33A-2281-3D96-017DCF86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B8747FF-2538-7C67-213B-5A8AC77566AF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7D8BC15-EFFC-043C-FE53-2A8ABDB0D7A3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 – Slot1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CFE423-A209-D278-A453-BB4346B18411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6CECB1-D571-5955-5EA8-5EAE0AF4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60727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A008DDC-6688-2C18-69F1-9DF386F4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0562"/>
            <a:ext cx="12192000" cy="88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407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D532-2854-7A0B-7CFF-E9BFBB40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07328-8D7D-D56E-B1E6-0624C7283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3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95A99B-CF59-D4F8-CD0C-FEE4CBA98414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9A6C98-06B5-60A9-8E56-B4E17C8C5665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Slot3 – Slot2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5320CB-06BC-A81F-E442-BEA9AA461490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3C7950-3FF2-D6C4-E56E-252DF3D59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970" y="465589"/>
            <a:ext cx="4464000" cy="447380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0E9BFC4-A257-2D2C-24AE-2F630871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3116"/>
            <a:ext cx="12192000" cy="86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788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A7A7-E1B0-A460-971D-6F84B311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47F53-245C-3FC6-FAD4-485F23C67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Slot3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A7ECE9A-01BF-2722-7062-F9D57ED2F3BE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53B0E9-61E7-0DA6-24F9-B2F8D72F095D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 – Slot3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EBDE319-7AE1-8E98-91BC-22F4B2866663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761AE7-A053-B98E-F6A1-21AC961E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38464"/>
            <a:ext cx="4464000" cy="4464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93C0C18-C200-1DDF-602A-005F8645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30353"/>
            <a:ext cx="12192000" cy="8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944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430F-42E7-3488-BD5A-A87A7E2F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5FDF91-2339-AA95-D3F5-E5660549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63006BF-4DF8-7C45-E360-FE0F111A7F88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CRS-R3.0050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13420B-3AE2-8E51-DE33-6E92722377E1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 – Slot2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432DBD-5E18-75F4-7C96-D2A6A85D5FE7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BEE8836-5FF7-F83B-D61A-FD866F880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5674"/>
            <a:ext cx="12192000" cy="89621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11594EB-70A1-CE50-9026-CE9D8B99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970" y="465589"/>
            <a:ext cx="4464000" cy="447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01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93B25-2EFE-6DB2-69B5-FDF1E236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4DC51-E32F-29A9-7F89-A3B9414D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A72F5C-58F5-5D96-F9DE-92938C0F823C}"/>
              </a:ext>
            </a:extLst>
          </p:cNvPr>
          <p:cNvSpPr txBox="1"/>
          <p:nvPr/>
        </p:nvSpPr>
        <p:spPr>
          <a:xfrm>
            <a:off x="9820712" y="3050796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CRS-R3.0039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113B08-2A38-F93A-BDA1-E8C78B313A14}"/>
              </a:ext>
            </a:extLst>
          </p:cNvPr>
          <p:cNvSpPr txBox="1"/>
          <p:nvPr/>
        </p:nvSpPr>
        <p:spPr>
          <a:xfrm>
            <a:off x="4903365" y="5075339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Slot2 – Slot0</a:t>
            </a:r>
            <a:endParaRPr lang="pt-BR" sz="14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4DE3E9-AC18-14CF-9A9D-4173355740ED}"/>
              </a:ext>
            </a:extLst>
          </p:cNvPr>
          <p:cNvSpPr txBox="1"/>
          <p:nvPr/>
        </p:nvSpPr>
        <p:spPr>
          <a:xfrm>
            <a:off x="9820712" y="3358573"/>
            <a:ext cx="13632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receiver</a:t>
            </a:r>
            <a:endParaRPr lang="pt-BR" sz="1400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C8C78A-0AD5-B513-0DD7-43DAE309F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538464"/>
            <a:ext cx="4464000" cy="4464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1775A2E-4F36-2E0D-6602-027285C7F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88" y="5413927"/>
            <a:ext cx="12192000" cy="90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09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99893-4B84-5D43-FC63-E7C25088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60826" cy="681037"/>
          </a:xfrm>
        </p:spPr>
        <p:txBody>
          <a:bodyPr>
            <a:normAutofit fontScale="90000"/>
          </a:bodyPr>
          <a:lstStyle/>
          <a:p>
            <a:r>
              <a:rPr lang="en-CA" dirty="0"/>
              <a:t>QSFP+ Links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40122-EDDB-2367-9481-06B9AB38E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7" y="1337187"/>
            <a:ext cx="11631561" cy="5397910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links work only for speed less than 12.5 Gbps</a:t>
            </a:r>
          </a:p>
          <a:p>
            <a:endParaRPr lang="en-CA" dirty="0"/>
          </a:p>
          <a:p>
            <a:pPr lvl="1"/>
            <a:r>
              <a:rPr lang="en-CA" b="1" dirty="0"/>
              <a:t>Board design: </a:t>
            </a:r>
            <a:r>
              <a:rPr lang="en-CA" dirty="0"/>
              <a:t>I do not believe this is the cause because on-board lanes work well for 25 Gbps. In addition, back drill were placed to reduce stub effects.</a:t>
            </a:r>
          </a:p>
          <a:p>
            <a:pPr lvl="1"/>
            <a:endParaRPr lang="en-CA" dirty="0"/>
          </a:p>
          <a:p>
            <a:pPr lvl="1"/>
            <a:r>
              <a:rPr lang="en-CA" b="1" dirty="0"/>
              <a:t>Cables: </a:t>
            </a:r>
            <a:r>
              <a:rPr lang="en-CA" dirty="0"/>
              <a:t>I do not believe this is the cause as well. The absolute data rate for the cable used is 100Gbps.</a:t>
            </a:r>
          </a:p>
          <a:p>
            <a:pPr lvl="1"/>
            <a:endParaRPr lang="en-CA" dirty="0"/>
          </a:p>
          <a:p>
            <a:pPr lvl="1"/>
            <a:r>
              <a:rPr lang="en-CA" b="1" dirty="0"/>
              <a:t>GTY Transceivers: </a:t>
            </a:r>
            <a:r>
              <a:rPr lang="en-CA" dirty="0"/>
              <a:t>Ask to JF</a:t>
            </a:r>
          </a:p>
          <a:p>
            <a:pPr lvl="1"/>
            <a:endParaRPr lang="en-CA" dirty="0"/>
          </a:p>
          <a:p>
            <a:pPr lvl="1"/>
            <a:r>
              <a:rPr lang="en-CA" b="1" dirty="0"/>
              <a:t>QSFP Connector: </a:t>
            </a:r>
            <a:r>
              <a:rPr lang="en-CA" dirty="0"/>
              <a:t>Ask for specification. *** According to specification for QSFP+, they can operate only up to 14Gbps.</a:t>
            </a:r>
          </a:p>
          <a:p>
            <a:pPr lvl="1"/>
            <a:endParaRPr lang="en-CA" dirty="0"/>
          </a:p>
          <a:p>
            <a:pPr lvl="1"/>
            <a:r>
              <a:rPr lang="en-CA" b="1" dirty="0"/>
              <a:t>Mode of operation: </a:t>
            </a:r>
            <a:r>
              <a:rPr lang="en-CA" dirty="0"/>
              <a:t>All tests were done using only passive traces on the cable. Is there any mode where I can improve the internal transceivers internal to QSFP connector?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40103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34B3-DB73-F856-AC51-34A6938E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81FC4-178B-B257-75E3-D9B9330D92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/>
              <a:t>On-board Links – rev1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7BCDC0-3D49-4561-E94A-E6A5F6E43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Redoing</a:t>
            </a:r>
            <a:r>
              <a:rPr lang="pt-BR" dirty="0"/>
              <a:t> </a:t>
            </a:r>
            <a:r>
              <a:rPr lang="pt-BR" dirty="0" err="1"/>
              <a:t>tests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0034</a:t>
            </a:r>
          </a:p>
        </p:txBody>
      </p:sp>
    </p:spTree>
    <p:extLst>
      <p:ext uri="{BB962C8B-B14F-4D97-AF65-F5344CB8AC3E}">
        <p14:creationId xmlns:p14="http://schemas.microsoft.com/office/powerpoint/2010/main" val="21418188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F29A-4BF2-0CA7-1025-337B071F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EB229-71C1-C5B2-C147-12233A55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0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FDACAF1-9A68-BFA1-2609-5D047FC776A4}"/>
              </a:ext>
            </a:extLst>
          </p:cNvPr>
          <p:cNvSpPr txBox="1"/>
          <p:nvPr/>
        </p:nvSpPr>
        <p:spPr>
          <a:xfrm>
            <a:off x="4564251" y="5075339"/>
            <a:ext cx="244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Slot0(0034) – Slot1(0035)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842EEE-A8D6-E614-EF06-E1DB5D9CB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047" y="522147"/>
            <a:ext cx="4464000" cy="44966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B4AF288-1891-B5EB-8EF4-BAC6B9D70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3116"/>
            <a:ext cx="12192000" cy="75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089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673F-69E9-915C-0361-B71E3AA7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663E4-CBD7-D15B-D203-C108D44FB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Slot0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2079F1-CBB8-5074-E0D3-25A091E03ADE}"/>
              </a:ext>
            </a:extLst>
          </p:cNvPr>
          <p:cNvSpPr txBox="1"/>
          <p:nvPr/>
        </p:nvSpPr>
        <p:spPr>
          <a:xfrm>
            <a:off x="4564251" y="5075339"/>
            <a:ext cx="244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Slot1(0035) – Slot0(0034)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5068784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20B5-4CA1-DB83-4F08-8BE8AC32F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9B5B2-CDA8-D5AC-16C1-D493DA09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1 </a:t>
            </a:r>
            <a:r>
              <a:rPr lang="en-CA" sz="3600" dirty="0">
                <a:sym typeface="Wingdings" panose="05000000000000000000" pitchFamily="2" charset="2"/>
              </a:rPr>
              <a:t> Slot2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11899B-5338-9708-C1C3-F3ECB58B9CB9}"/>
              </a:ext>
            </a:extLst>
          </p:cNvPr>
          <p:cNvSpPr txBox="1"/>
          <p:nvPr/>
        </p:nvSpPr>
        <p:spPr>
          <a:xfrm>
            <a:off x="4564251" y="5075339"/>
            <a:ext cx="244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Slot1(0035) – Slot2(0034)</a:t>
            </a:r>
            <a:endParaRPr lang="pt-BR" sz="1400" b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3C7EA8-1455-541F-458D-12B11FC2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000" y="611339"/>
            <a:ext cx="4464000" cy="4464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83D0A25-B04C-034B-29FE-06054F1EA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8318"/>
            <a:ext cx="12192000" cy="87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5450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7CAA-3B1D-FDBD-2DB6-B5131A10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3DF0E-5E76-C71D-2801-9E87B69F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65589"/>
          </a:xfrm>
        </p:spPr>
        <p:txBody>
          <a:bodyPr>
            <a:normAutofit fontScale="90000"/>
          </a:bodyPr>
          <a:lstStyle/>
          <a:p>
            <a:r>
              <a:rPr lang="en-CA" sz="3600" dirty="0"/>
              <a:t>Slot 2 </a:t>
            </a:r>
            <a:r>
              <a:rPr lang="en-CA" sz="3600" dirty="0">
                <a:sym typeface="Wingdings" panose="05000000000000000000" pitchFamily="2" charset="2"/>
              </a:rPr>
              <a:t> Slot1</a:t>
            </a:r>
            <a:endParaRPr lang="pt-BR" sz="36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B0847F5-B1D9-E05E-BD22-0516B643962F}"/>
              </a:ext>
            </a:extLst>
          </p:cNvPr>
          <p:cNvSpPr txBox="1"/>
          <p:nvPr/>
        </p:nvSpPr>
        <p:spPr>
          <a:xfrm>
            <a:off x="4564251" y="5075339"/>
            <a:ext cx="2448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1" dirty="0"/>
              <a:t>Slot1(0035) – Slot2(0034)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5591456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1956</TotalTime>
  <Words>743</Words>
  <Application>Microsoft Office PowerPoint</Application>
  <PresentationFormat>Widescreen</PresentationFormat>
  <Paragraphs>250</Paragraphs>
  <Slides>83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83</vt:i4>
      </vt:variant>
    </vt:vector>
  </HeadingPairs>
  <TitlesOfParts>
    <vt:vector size="88" baseType="lpstr">
      <vt:lpstr>Aptos</vt:lpstr>
      <vt:lpstr>Aptos Display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On-board Links – rev0</vt:lpstr>
      <vt:lpstr>Slot 3  Slot0</vt:lpstr>
      <vt:lpstr>Slot 0  Slot3</vt:lpstr>
      <vt:lpstr>Slot 1  Slot0</vt:lpstr>
      <vt:lpstr>Slot 0  Slot1</vt:lpstr>
      <vt:lpstr>Slot 2  Slot0</vt:lpstr>
      <vt:lpstr>Slot 0  Slot2</vt:lpstr>
      <vt:lpstr>Slot 1  Slot2</vt:lpstr>
      <vt:lpstr>Slot 2  Slot1</vt:lpstr>
      <vt:lpstr>Slot 1  Slot3</vt:lpstr>
      <vt:lpstr>Slot 3  Slot1</vt:lpstr>
      <vt:lpstr>Slot 2  Slot3</vt:lpstr>
      <vt:lpstr>Slot 3  Slot2</vt:lpstr>
      <vt:lpstr>On-board Connections – Eye Diagram Matrix</vt:lpstr>
      <vt:lpstr>QSFP loopback</vt:lpstr>
      <vt:lpstr>SLOT0-QSFP+</vt:lpstr>
      <vt:lpstr>Slot 0  QSFP1 to QSFP2</vt:lpstr>
      <vt:lpstr>Slot 0  QSFP2 to QSFP1</vt:lpstr>
      <vt:lpstr>Slot 0  QSFP2 to QSFP3</vt:lpstr>
      <vt:lpstr>Slot 0  QSFP3 to QSFP2</vt:lpstr>
      <vt:lpstr>Slot 0  QSFP1 to QSFP3</vt:lpstr>
      <vt:lpstr>Slot 0  QSFP3 to QSFP1</vt:lpstr>
      <vt:lpstr>Slot 0  QSFP1 to QSFP3</vt:lpstr>
      <vt:lpstr>Slot 0  QSFP1 to QSFP3</vt:lpstr>
      <vt:lpstr>SLOT1-QSFP+</vt:lpstr>
      <vt:lpstr>Slot 1  QSFP1 to QSFP2</vt:lpstr>
      <vt:lpstr>Slot 1  QSFP2 to QSFP1</vt:lpstr>
      <vt:lpstr>Slot 1  QSFP1 to QSFP3</vt:lpstr>
      <vt:lpstr>Slot 1  QSFP3 to QSFP1</vt:lpstr>
      <vt:lpstr>Slot 1  QSFP2 to QSFP3</vt:lpstr>
      <vt:lpstr>Slot 1  QSFP3 to QSFP2</vt:lpstr>
      <vt:lpstr>Slot 1  QSFP1 to QSFP2</vt:lpstr>
      <vt:lpstr>Slot 1  QSFP1 to QSFP3</vt:lpstr>
      <vt:lpstr>Slot 1  QSFP2 to QSFP3</vt:lpstr>
      <vt:lpstr>SLOT2-QSFP+</vt:lpstr>
      <vt:lpstr>Slot 2  QSFP1 to QSFP2</vt:lpstr>
      <vt:lpstr>Slot 2  QSFP2 to QSFP1</vt:lpstr>
      <vt:lpstr>Slot 2  QSFP1 to QSFP3</vt:lpstr>
      <vt:lpstr>Slot 2  QSFP1 to QSFP3</vt:lpstr>
      <vt:lpstr>Slot 2  QSFP3 to QSFP1</vt:lpstr>
      <vt:lpstr>Slot 2  QSFP2 to QSFP3</vt:lpstr>
      <vt:lpstr>Slot 2  QSFP3 to QSFP2</vt:lpstr>
      <vt:lpstr>Slot 2  QSFP1 to QSFP2</vt:lpstr>
      <vt:lpstr>SLOT3-QSFP+</vt:lpstr>
      <vt:lpstr>Slot 3  QSFP1 to QSFP3</vt:lpstr>
      <vt:lpstr>Slot 3  QSFP2 to QSFP3</vt:lpstr>
      <vt:lpstr>Slot 3  QSFP3 to QSFP2</vt:lpstr>
      <vt:lpstr>Slot 3  QSFP3 to QSFP1</vt:lpstr>
      <vt:lpstr>Slot 3  QSFP1 to QSFP3</vt:lpstr>
      <vt:lpstr>Slot 3  QSFP1 to QSFP2</vt:lpstr>
      <vt:lpstr>Slot 3  QSFP2 to QSFP1</vt:lpstr>
      <vt:lpstr>QSFP+ links</vt:lpstr>
      <vt:lpstr>QSFP1-controller to QSFP3-peripheral1 (slot2)</vt:lpstr>
      <vt:lpstr>Controller_rev1.0016.0  peripheral_rev1.0027.0</vt:lpstr>
      <vt:lpstr>Controller_rev1.0016.1  peripheral_rev1.0027.1</vt:lpstr>
      <vt:lpstr>Controller_rev1.0016.1  peripheral_rev1.0027.1</vt:lpstr>
      <vt:lpstr>Controller_rev1.0016.2  peripheral_rev1.0027.2</vt:lpstr>
      <vt:lpstr>Controller_rev1.0016.2  peripheral_rev1.0027.2</vt:lpstr>
      <vt:lpstr>Controller_rev1.0016.3  peripheral_rev1.0027.3</vt:lpstr>
      <vt:lpstr>Controller_rev1.0016.3  peripheral_rev1.0027.3</vt:lpstr>
      <vt:lpstr>On-board Links – rev1</vt:lpstr>
      <vt:lpstr>Slot 0  Slot3</vt:lpstr>
      <vt:lpstr>Slot 3  Slot0</vt:lpstr>
      <vt:lpstr>Slot 1  Slot2</vt:lpstr>
      <vt:lpstr>Slot 2  Slot1</vt:lpstr>
      <vt:lpstr>Slot 0  Slot1</vt:lpstr>
      <vt:lpstr>Slot 1  Slot0</vt:lpstr>
      <vt:lpstr>Slot 1  Slot3</vt:lpstr>
      <vt:lpstr>Slot 3  Slot1</vt:lpstr>
      <vt:lpstr>Slot 3  Slot2</vt:lpstr>
      <vt:lpstr>Slot 2  Slot3</vt:lpstr>
      <vt:lpstr>Slot 0  Slot2</vt:lpstr>
      <vt:lpstr>Slot 2  Slot0</vt:lpstr>
      <vt:lpstr>QSFP+ Links</vt:lpstr>
      <vt:lpstr>On-board Links – rev1</vt:lpstr>
      <vt:lpstr>Slot 0  Slot1</vt:lpstr>
      <vt:lpstr>Slot 1  Slot0</vt:lpstr>
      <vt:lpstr>Slot 1  Slot2</vt:lpstr>
      <vt:lpstr>Slot 2  Slot1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Wellington Avelino</dc:creator>
  <cp:lastModifiedBy>Wellington Avelino</cp:lastModifiedBy>
  <cp:revision>118</cp:revision>
  <dcterms:created xsi:type="dcterms:W3CDTF">2024-05-03T18:58:45Z</dcterms:created>
  <dcterms:modified xsi:type="dcterms:W3CDTF">2025-07-10T16:45:37Z</dcterms:modified>
</cp:coreProperties>
</file>